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8000" y="1080000"/>
            <a:ext cx="8676000" cy="5400000"/>
          </a:xfrm>
          <a:prstGeom prst="rect">
            <a:avLst/>
          </a:prstGeom>
          <a:noFill/>
          <a:ln w="9525">
            <a:solidFill>
              <a:srgbClr val="6B6B6B"/>
            </a:solidFill>
            <a:prstDash val="dash"/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1008000" y="864000"/>
            <a:ext cx="86760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800" b="0">
                <a:solidFill>
                  <a:srgbClr val="6B6B6B"/>
                </a:solidFill>
                <a:latin typeface="맑은 고딕"/>
                <a:ea typeface="맑은 고딕"/>
              </a:rPr>
              <a:t>✂ 점선을 따라 잘라 봉투 앞면 가운데에 붙이세요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6000" y="1368000"/>
            <a:ext cx="792000" cy="324000"/>
          </a:xfrm>
          <a:prstGeom prst="rect">
            <a:avLst/>
          </a:prstGeom>
          <a:noFill/>
          <a:ln w="15875">
            <a:solidFill>
              <a:srgbClr val="C01E1E"/>
            </a:solidFill>
          </a:ln>
          <a:effectLst/>
        </p:spPr>
        <p:txBody>
          <a:bodyPr rtlCol="0" anchor="ctr" wrap="square" lIns="54000" rIns="54000" tIns="54000" bIns="54000"/>
          <a:lstStyle/>
          <a:p>
            <a:pPr algn="ctr"/>
            <a:r>
              <a:rPr sz="1200" b="1">
                <a:solidFill>
                  <a:srgbClr val="C01E1E"/>
                </a:solidFill>
                <a:latin typeface="맑은 고딕"/>
                <a:ea typeface="맑은 고딕"/>
              </a:rPr>
              <a:t>받는 사람</a:t>
            </a:r>
          </a:p>
        </p:txBody>
      </p:sp>
      <p:sp>
        <p:nvSpPr>
          <p:cNvPr id="5" name="Rectangle 4"/>
          <p:cNvSpPr/>
          <p:nvPr/>
        </p:nvSpPr>
        <p:spPr>
          <a:xfrm>
            <a:off x="7596000" y="1368000"/>
            <a:ext cx="1800000" cy="864000"/>
          </a:xfrm>
          <a:prstGeom prst="rect">
            <a:avLst/>
          </a:prstGeom>
          <a:noFill/>
          <a:ln w="25400">
            <a:solidFill>
              <a:srgbClr val="C01E1E"/>
            </a:solidFill>
          </a:ln>
          <a:effectLst/>
        </p:spPr>
        <p:txBody>
          <a:bodyPr rtlCol="0" anchor="ctr" wrap="square" lIns="54000" rIns="54000" tIns="54000" bIns="54000"/>
          <a:lstStyle/>
          <a:p>
            <a:pPr algn="ctr"/>
            <a:r>
              <a:rPr sz="2400" b="1">
                <a:solidFill>
                  <a:srgbClr val="C01E1E"/>
                </a:solidFill>
                <a:latin typeface="맑은 고딕"/>
                <a:ea typeface="맑은 고딕"/>
              </a:rPr>
              <a:t>등 기</a:t>
            </a:r>
          </a:p>
          <a:p>
            <a:pPr algn="ctr"/>
            <a:r>
              <a:rPr sz="1000" b="1">
                <a:solidFill>
                  <a:srgbClr val="C01E1E"/>
                </a:solidFill>
                <a:latin typeface="맑은 고딕"/>
                <a:ea typeface="맑은 고딕"/>
              </a:rPr>
              <a:t>중요서류 재중</a:t>
            </a:r>
          </a:p>
        </p:txBody>
      </p:sp>
      <p:sp>
        <p:nvSpPr>
          <p:cNvPr id="6" name="Rectangle 5"/>
          <p:cNvSpPr/>
          <p:nvPr/>
        </p:nvSpPr>
        <p:spPr>
          <a:xfrm>
            <a:off x="1512000" y="2592000"/>
            <a:ext cx="7668000" cy="2880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54000" rIns="54000" tIns="54000" bIns="54000"/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1A1A1A"/>
                </a:solidFill>
                <a:latin typeface="맑은 고딕"/>
                <a:ea typeface="맑은 고딕"/>
              </a:rPr>
              <a:t>서울특별시 중구 퇴계로 24</a:t>
            </a:r>
          </a:p>
          <a:p>
            <a:pPr algn="l">
              <a:spcAft>
                <a:spcPts val="400"/>
              </a:spcAft>
            </a:pPr>
            <a:r>
              <a:rPr sz="2600" b="1">
                <a:solidFill>
                  <a:srgbClr val="1A1A1A"/>
                </a:solidFill>
                <a:latin typeface="맑은 고딕"/>
                <a:ea typeface="맑은 고딕"/>
              </a:rPr>
              <a:t>SK텔레콤  공공고객팀</a:t>
            </a:r>
          </a:p>
          <a:p>
            <a:pPr algn="l">
              <a:spcAft>
                <a:spcPts val="400"/>
              </a:spcAft>
            </a:pPr>
            <a:r>
              <a:rPr sz="4000" b="1">
                <a:solidFill>
                  <a:srgbClr val="1A1A1A"/>
                </a:solidFill>
                <a:latin typeface="맑은 고딕"/>
                <a:ea typeface="맑은 고딕"/>
              </a:rPr>
              <a:t>하성제 매니저 귀하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6B6B6B"/>
                </a:solidFill>
                <a:latin typeface="맑은 고딕"/>
                <a:ea typeface="맑은 고딕"/>
              </a:rPr>
              <a:t>Tel. 010-4398-7759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2000" y="5760000"/>
            <a:ext cx="1080000" cy="288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54000" rIns="54000" tIns="54000" bIns="54000"/>
          <a:lstStyle/>
          <a:p>
            <a:pPr algn="l"/>
            <a:r>
              <a:rPr sz="1000" b="0">
                <a:solidFill>
                  <a:srgbClr val="6B6B6B"/>
                </a:solidFill>
                <a:latin typeface="맑은 고딕"/>
                <a:ea typeface="맑은 고딕"/>
              </a:rPr>
              <a:t>우편번호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8000" y="5724000"/>
            <a:ext cx="360000" cy="360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2862000" y="5724000"/>
            <a:ext cx="360000" cy="360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276000" y="5724000"/>
            <a:ext cx="360000" cy="360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690000" y="5724000"/>
            <a:ext cx="360000" cy="360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4104000" y="5724000"/>
            <a:ext cx="360000" cy="360000"/>
          </a:xfrm>
          <a:prstGeom prst="rect">
            <a:avLst/>
          </a:prstGeom>
          <a:noFill/>
          <a:ln w="12700">
            <a:solidFill>
              <a:srgbClr val="C01E1E"/>
            </a:solidFill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728000" y="1620000"/>
            <a:ext cx="7236000" cy="4320000"/>
          </a:xfrm>
          <a:prstGeom prst="rect">
            <a:avLst/>
          </a:prstGeom>
          <a:noFill/>
          <a:ln w="9525">
            <a:solidFill>
              <a:srgbClr val="6B6B6B"/>
            </a:solidFill>
            <a:prstDash val="dash"/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1728000" y="1404000"/>
            <a:ext cx="7236000" cy="180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800" b="0">
                <a:solidFill>
                  <a:srgbClr val="6B6B6B"/>
                </a:solidFill>
                <a:latin typeface="맑은 고딕"/>
                <a:ea typeface="맑은 고딕"/>
              </a:rPr>
              <a:t>✂ 점선을 따라 잘라 봉투 왼쪽 위에 붙이세요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1728000" y="1620000"/>
            <a:ext cx="144000" cy="4320000"/>
          </a:xfrm>
          <a:prstGeom prst="rect">
            <a:avLst/>
          </a:prstGeom>
          <a:solidFill>
            <a:srgbClr val="2E6B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000" y="2052000"/>
            <a:ext cx="1951714" cy="64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24000" y="2052000"/>
            <a:ext cx="1080000" cy="288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54000" rIns="54000" tIns="54000" bIns="54000"/>
          <a:lstStyle/>
          <a:p>
            <a:pPr algn="r"/>
            <a:r>
              <a:rPr sz="1100" b="1">
                <a:solidFill>
                  <a:srgbClr val="2E6B3A"/>
                </a:solidFill>
                <a:latin typeface="맑은 고딕"/>
                <a:ea typeface="맑은 고딕"/>
              </a:rPr>
              <a:t>보내는 사람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32000" y="2988000"/>
            <a:ext cx="6372000" cy="0"/>
          </a:xfrm>
          <a:prstGeom prst="line">
            <a:avLst/>
          </a:prstGeom>
          <a:ln w="19050">
            <a:solidFill>
              <a:srgbClr val="2E6B3A"/>
            </a:solidFill>
          </a:ln>
        </p:spPr>
      </p:cxnSp>
      <p:sp>
        <p:nvSpPr>
          <p:cNvPr id="8" name="Rectangle 7"/>
          <p:cNvSpPr/>
          <p:nvPr/>
        </p:nvSpPr>
        <p:spPr>
          <a:xfrm>
            <a:off x="2232000" y="3168000"/>
            <a:ext cx="6372000" cy="504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2000" b="1">
                <a:solidFill>
                  <a:srgbClr val="1A1A1A"/>
                </a:solidFill>
                <a:latin typeface="맑은 고딕"/>
                <a:ea typeface="맑은 고딕"/>
              </a:rPr>
              <a:t>나무소프트   이창훈 부장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2232000" y="3780000"/>
            <a:ext cx="6372000" cy="936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54000" rIns="54000" tIns="54000" bIns="54000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서울특별시 관악구 난곡로 30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맑은 고딕"/>
                <a:ea typeface="맑은 고딕"/>
              </a:rPr>
              <a:t>106동 1705호 (신림동, 관악산휴먼시아)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32000" y="4788000"/>
            <a:ext cx="6372000" cy="360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1100" b="0">
                <a:solidFill>
                  <a:srgbClr val="6B6B6B"/>
                </a:solidFill>
                <a:latin typeface="맑은 고딕"/>
                <a:ea typeface="맑은 고딕"/>
              </a:rPr>
              <a:t>Mobile. 010-6799-3739     Email. cosmoslight.huni@gmail.com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32000" y="5328000"/>
            <a:ext cx="1080000" cy="288000"/>
          </a:xfrm>
          <a:prstGeom prst="rect">
            <a:avLst/>
          </a:prstGeom>
          <a:noFill/>
          <a:ln>
            <a:noFill/>
          </a:ln>
          <a:effectLst/>
        </p:spPr>
        <p:txBody>
          <a:bodyPr rtlCol="0" anchor="ctr" wrap="square" lIns="54000" rIns="54000" tIns="54000" bIns="54000"/>
          <a:lstStyle/>
          <a:p>
            <a:pPr algn="l"/>
            <a:r>
              <a:rPr sz="1000" b="0">
                <a:solidFill>
                  <a:srgbClr val="6B6B6B"/>
                </a:solidFill>
                <a:latin typeface="맑은 고딕"/>
                <a:ea typeface="맑은 고딕"/>
              </a:rPr>
              <a:t>우편번호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68000" y="5292000"/>
            <a:ext cx="324000" cy="324000"/>
          </a:xfrm>
          <a:prstGeom prst="rect">
            <a:avLst/>
          </a:prstGeom>
          <a:noFill/>
          <a:ln w="12700">
            <a:solidFill>
              <a:srgbClr val="2E6B3A"/>
            </a:solidFill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3546000" y="5292000"/>
            <a:ext cx="324000" cy="324000"/>
          </a:xfrm>
          <a:prstGeom prst="rect">
            <a:avLst/>
          </a:prstGeom>
          <a:noFill/>
          <a:ln w="12700">
            <a:solidFill>
              <a:srgbClr val="2E6B3A"/>
            </a:solidFill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3924000" y="5292000"/>
            <a:ext cx="324000" cy="324000"/>
          </a:xfrm>
          <a:prstGeom prst="rect">
            <a:avLst/>
          </a:prstGeom>
          <a:noFill/>
          <a:ln w="12700">
            <a:solidFill>
              <a:srgbClr val="2E6B3A"/>
            </a:solidFill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4302000" y="5292000"/>
            <a:ext cx="324000" cy="324000"/>
          </a:xfrm>
          <a:prstGeom prst="rect">
            <a:avLst/>
          </a:prstGeom>
          <a:noFill/>
          <a:ln w="12700">
            <a:solidFill>
              <a:srgbClr val="2E6B3A"/>
            </a:solidFill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4680000" y="5292000"/>
            <a:ext cx="324000" cy="324000"/>
          </a:xfrm>
          <a:prstGeom prst="rect">
            <a:avLst/>
          </a:prstGeom>
          <a:noFill/>
          <a:ln w="12700">
            <a:solidFill>
              <a:srgbClr val="2E6B3A"/>
            </a:solidFill>
          </a:ln>
          <a:effectLst/>
        </p:spPr>
        <p:txBody>
          <a:bodyPr rtlCol="0" anchor="t" wrap="square" lIns="54000" rIns="54000" tIns="54000" bIns="54000"/>
          <a:lstStyle/>
          <a:p>
            <a:pPr algn="l"/>
            <a:r>
              <a:rPr sz="1000" b="0">
                <a:solidFill>
                  <a:srgbClr val="1A1A1A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