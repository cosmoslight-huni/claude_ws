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504000"/>
            <a:ext cx="4680000" cy="25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000" rIns="54000" tIns="54000" bIns="54000"/>
          <a:lstStyle/>
          <a:p>
            <a:pPr algn="l"/>
            <a:r>
              <a:rPr sz="1100" b="1">
                <a:ea typeface="맑은 고딕"/>
                <a:solidFill>
                  <a:srgbClr val="666666"/>
                </a:solidFill>
                <a:latin typeface="맑은 고딕"/>
              </a:rPr>
              <a:t>보내는 사람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792000"/>
            <a:ext cx="4680000" cy="86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000" rIns="54000" tIns="54000" bIns="54000"/>
          <a:lstStyle/>
          <a:p>
            <a:pPr algn="l"/>
            <a:r>
              <a:rPr sz="1500" b="1">
                <a:ea typeface="맑은 고딕"/>
                <a:solidFill>
                  <a:srgbClr val="111111"/>
                </a:solidFill>
                <a:latin typeface="맑은 고딕"/>
              </a:rPr>
              <a:t>나무소프트  이창훈</a:t>
            </a:r>
          </a:p>
          <a:p>
            <a:pPr algn="l"/>
            <a:r>
              <a:rPr sz="1100" b="0">
                <a:ea typeface="맑은 고딕"/>
                <a:solidFill>
                  <a:srgbClr val="111111"/>
                </a:solidFill>
                <a:latin typeface="맑은 고딕"/>
              </a:rPr>
              <a:t>주소 : ______________________________________</a:t>
            </a:r>
          </a:p>
          <a:p>
            <a:pPr algn="l"/>
            <a:r>
              <a:rPr sz="1100" b="0">
                <a:ea typeface="맑은 고딕"/>
                <a:solidFill>
                  <a:srgbClr val="111111"/>
                </a:solidFill>
                <a:latin typeface="맑은 고딕"/>
              </a:rPr>
              <a:t>         ______________________________________</a:t>
            </a:r>
          </a:p>
          <a:p>
            <a:pPr algn="l"/>
            <a:r>
              <a:rPr sz="1100" b="0">
                <a:ea typeface="맑은 고딕"/>
                <a:solidFill>
                  <a:srgbClr val="111111"/>
                </a:solidFill>
                <a:latin typeface="맑은 고딕"/>
              </a:rPr>
              <a:t>연락처 : 010-6799-3739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1692000"/>
            <a:ext cx="288000" cy="288000"/>
          </a:xfrm>
          <a:prstGeom prst="rect">
            <a:avLst/>
          </a:prstGeom>
          <a:noFill/>
          <a:ln w="12700">
            <a:solidFill>
              <a:srgbClr val="C0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000" rIns="54000" tIns="54000" bIns="54000"/>
          <a:lstStyle/>
          <a:p>
            <a:pPr algn="l"/>
            <a:r>
              <a:rPr sz="1200" b="0">
                <a:ea typeface="맑은 고딕"/>
                <a:solidFill>
                  <a:srgbClr val="111111"/>
                </a:solidFill>
                <a:latin typeface="맑은 고딕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954000" y="1692000"/>
            <a:ext cx="288000" cy="288000"/>
          </a:xfrm>
          <a:prstGeom prst="rect">
            <a:avLst/>
          </a:prstGeom>
          <a:noFill/>
          <a:ln w="12700">
            <a:solidFill>
              <a:srgbClr val="C0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000" rIns="54000" tIns="54000" bIns="54000"/>
          <a:lstStyle/>
          <a:p>
            <a:pPr algn="l"/>
            <a:r>
              <a:rPr sz="1200" b="0">
                <a:ea typeface="맑은 고딕"/>
                <a:solidFill>
                  <a:srgbClr val="111111"/>
                </a:solidFill>
                <a:latin typeface="맑은 고딕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1296000" y="1692000"/>
            <a:ext cx="288000" cy="288000"/>
          </a:xfrm>
          <a:prstGeom prst="rect">
            <a:avLst/>
          </a:prstGeom>
          <a:noFill/>
          <a:ln w="12700">
            <a:solidFill>
              <a:srgbClr val="C0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000" rIns="54000" tIns="54000" bIns="54000"/>
          <a:lstStyle/>
          <a:p>
            <a:pPr algn="l"/>
            <a:r>
              <a:rPr sz="1200" b="0">
                <a:ea typeface="맑은 고딕"/>
                <a:solidFill>
                  <a:srgbClr val="111111"/>
                </a:solidFill>
                <a:latin typeface="맑은 고딕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1638000" y="1692000"/>
            <a:ext cx="288000" cy="288000"/>
          </a:xfrm>
          <a:prstGeom prst="rect">
            <a:avLst/>
          </a:prstGeom>
          <a:noFill/>
          <a:ln w="12700">
            <a:solidFill>
              <a:srgbClr val="C0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000" rIns="54000" tIns="54000" bIns="54000"/>
          <a:lstStyle/>
          <a:p>
            <a:pPr algn="l"/>
            <a:r>
              <a:rPr sz="1200" b="0">
                <a:ea typeface="맑은 고딕"/>
                <a:solidFill>
                  <a:srgbClr val="111111"/>
                </a:solidFill>
                <a:latin typeface="맑은 고딕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980000" y="1692000"/>
            <a:ext cx="288000" cy="288000"/>
          </a:xfrm>
          <a:prstGeom prst="rect">
            <a:avLst/>
          </a:prstGeom>
          <a:noFill/>
          <a:ln w="12700">
            <a:solidFill>
              <a:srgbClr val="C0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000" rIns="54000" tIns="54000" bIns="54000"/>
          <a:lstStyle/>
          <a:p>
            <a:pPr algn="l"/>
            <a:r>
              <a:rPr sz="1200" b="0">
                <a:ea typeface="맑은 고딕"/>
                <a:solidFill>
                  <a:srgbClr val="111111"/>
                </a:solidFill>
                <a:latin typeface="맑은 고딕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8352000" y="504000"/>
            <a:ext cx="1800000" cy="1368000"/>
          </a:xfrm>
          <a:prstGeom prst="rect">
            <a:avLst/>
          </a:prstGeom>
          <a:noFill/>
          <a:ln w="25400">
            <a:solidFill>
              <a:srgbClr val="C0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54000" bIns="54000"/>
          <a:lstStyle/>
          <a:p>
            <a:pPr algn="ctr"/>
            <a:r>
              <a:rPr sz="2600" b="1">
                <a:ea typeface="맑은 고딕"/>
                <a:solidFill>
                  <a:srgbClr val="C01E1E"/>
                </a:solidFill>
                <a:latin typeface="맑은 고딕"/>
              </a:rPr>
              <a:t>등 기</a:t>
            </a:r>
          </a:p>
          <a:p>
            <a:pPr algn="ctr"/>
            <a:r>
              <a:rPr sz="900" b="0">
                <a:ea typeface="맑은 고딕"/>
                <a:solidFill>
                  <a:srgbClr val="C01E1E"/>
                </a:solidFill>
                <a:latin typeface="맑은 고딕"/>
              </a:rPr>
              <a:t>우표 · 접수번호 부착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0" y="3312000"/>
            <a:ext cx="6192000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000" rIns="54000" tIns="54000" bIns="54000"/>
          <a:lstStyle/>
          <a:p>
            <a:pPr algn="l"/>
            <a:r>
              <a:rPr sz="1200" b="1">
                <a:ea typeface="맑은 고딕"/>
                <a:solidFill>
                  <a:srgbClr val="666666"/>
                </a:solidFill>
                <a:latin typeface="맑은 고딕"/>
              </a:rPr>
              <a:t>받는 사람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0000" y="3636000"/>
            <a:ext cx="6192000" cy="1800000"/>
          </a:xfrm>
          <a:prstGeom prst="rect">
            <a:avLst/>
          </a:prstGeom>
          <a:noFill/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000" rIns="54000" tIns="54000" bIns="54000"/>
          <a:lstStyle/>
          <a:p>
            <a:pPr algn="l"/>
            <a:r>
              <a:rPr sz="2000" b="0">
                <a:ea typeface="맑은 고딕"/>
                <a:solidFill>
                  <a:srgbClr val="111111"/>
                </a:solidFill>
                <a:latin typeface="맑은 고딕"/>
              </a:rPr>
              <a:t>서울특별시 중구 퇴계로 24</a:t>
            </a:r>
          </a:p>
          <a:p>
            <a:pPr algn="l"/>
            <a:r>
              <a:rPr sz="2200" b="1">
                <a:ea typeface="맑은 고딕"/>
                <a:solidFill>
                  <a:srgbClr val="111111"/>
                </a:solidFill>
                <a:latin typeface="맑은 고딕"/>
              </a:rPr>
              <a:t>SK텔레콤  공공고객팀</a:t>
            </a:r>
          </a:p>
          <a:p>
            <a:pPr algn="l"/>
            <a:r>
              <a:rPr sz="3200" b="1">
                <a:ea typeface="맑은 고딕"/>
                <a:solidFill>
                  <a:srgbClr val="111111"/>
                </a:solidFill>
                <a:latin typeface="맑은 고딕"/>
              </a:rPr>
              <a:t>하성제 매니저 귀하</a:t>
            </a:r>
          </a:p>
          <a:p>
            <a:pPr algn="l"/>
            <a:r>
              <a:rPr sz="1600" b="0">
                <a:ea typeface="맑은 고딕"/>
                <a:solidFill>
                  <a:srgbClr val="111111"/>
                </a:solidFill>
                <a:latin typeface="맑은 고딕"/>
              </a:rPr>
              <a:t>Tel. 010-4398-7759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32000" y="5580000"/>
            <a:ext cx="360000" cy="360000"/>
          </a:xfrm>
          <a:prstGeom prst="rect">
            <a:avLst/>
          </a:prstGeom>
          <a:noFill/>
          <a:ln w="12700">
            <a:solidFill>
              <a:srgbClr val="C0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000" rIns="54000" tIns="54000" bIns="54000"/>
          <a:lstStyle/>
          <a:p>
            <a:pPr algn="l"/>
            <a:r>
              <a:rPr sz="1200" b="0">
                <a:ea typeface="맑은 고딕"/>
                <a:solidFill>
                  <a:srgbClr val="111111"/>
                </a:solidFill>
                <a:latin typeface="맑은 고딕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446000" y="5580000"/>
            <a:ext cx="360000" cy="360000"/>
          </a:xfrm>
          <a:prstGeom prst="rect">
            <a:avLst/>
          </a:prstGeom>
          <a:noFill/>
          <a:ln w="12700">
            <a:solidFill>
              <a:srgbClr val="C0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000" rIns="54000" tIns="54000" bIns="54000"/>
          <a:lstStyle/>
          <a:p>
            <a:pPr algn="l"/>
            <a:r>
              <a:rPr sz="1200" b="0">
                <a:ea typeface="맑은 고딕"/>
                <a:solidFill>
                  <a:srgbClr val="111111"/>
                </a:solidFill>
                <a:latin typeface="맑은 고딕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860000" y="5580000"/>
            <a:ext cx="360000" cy="360000"/>
          </a:xfrm>
          <a:prstGeom prst="rect">
            <a:avLst/>
          </a:prstGeom>
          <a:noFill/>
          <a:ln w="12700">
            <a:solidFill>
              <a:srgbClr val="C0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000" rIns="54000" tIns="54000" bIns="54000"/>
          <a:lstStyle/>
          <a:p>
            <a:pPr algn="l"/>
            <a:r>
              <a:rPr sz="1200" b="0">
                <a:ea typeface="맑은 고딕"/>
                <a:solidFill>
                  <a:srgbClr val="111111"/>
                </a:solidFill>
                <a:latin typeface="맑은 고딕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5274000" y="5580000"/>
            <a:ext cx="360000" cy="360000"/>
          </a:xfrm>
          <a:prstGeom prst="rect">
            <a:avLst/>
          </a:prstGeom>
          <a:noFill/>
          <a:ln w="12700">
            <a:solidFill>
              <a:srgbClr val="C0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000" rIns="54000" tIns="54000" bIns="54000"/>
          <a:lstStyle/>
          <a:p>
            <a:pPr algn="l"/>
            <a:r>
              <a:rPr sz="1200" b="0">
                <a:ea typeface="맑은 고딕"/>
                <a:solidFill>
                  <a:srgbClr val="111111"/>
                </a:solidFill>
                <a:latin typeface="맑은 고딕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5688000" y="5580000"/>
            <a:ext cx="360000" cy="360000"/>
          </a:xfrm>
          <a:prstGeom prst="rect">
            <a:avLst/>
          </a:prstGeom>
          <a:noFill/>
          <a:ln w="12700">
            <a:solidFill>
              <a:srgbClr val="C0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000" rIns="54000" tIns="54000" bIns="54000"/>
          <a:lstStyle/>
          <a:p>
            <a:pPr algn="l"/>
            <a:r>
              <a:rPr sz="1200" b="0">
                <a:ea typeface="맑은 고딕"/>
                <a:solidFill>
                  <a:srgbClr val="111111"/>
                </a:solidFill>
                <a:latin typeface="맑은 고딕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4608000"/>
            <a:ext cx="3060000" cy="432000"/>
          </a:xfrm>
          <a:prstGeom prst="rect">
            <a:avLst/>
          </a:prstGeom>
          <a:noFill/>
          <a:ln w="25400">
            <a:solidFill>
              <a:srgbClr val="C0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54000" bIns="54000"/>
          <a:lstStyle/>
          <a:p>
            <a:pPr algn="ctr"/>
            <a:r>
              <a:rPr sz="2000" b="1">
                <a:ea typeface="맑은 고딕"/>
                <a:solidFill>
                  <a:srgbClr val="C01E1E"/>
                </a:solidFill>
                <a:latin typeface="맑은 고딕"/>
              </a:rPr>
              <a:t>중요서류 재중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" y="5148000"/>
            <a:ext cx="3060000" cy="1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000" rIns="54000" tIns="54000" bIns="54000"/>
          <a:lstStyle/>
          <a:p>
            <a:pPr algn="l"/>
            <a:r>
              <a:rPr sz="1100" b="1">
                <a:ea typeface="맑은 고딕"/>
                <a:solidFill>
                  <a:srgbClr val="111111"/>
                </a:solidFill>
                <a:latin typeface="맑은 고딕"/>
              </a:rPr>
              <a:t>SKT 벤더 등록 서류 (개인사업자)</a:t>
            </a:r>
          </a:p>
          <a:p>
            <a:pPr algn="l"/>
            <a:r>
              <a:rPr sz="1000" b="0">
                <a:ea typeface="맑은 고딕"/>
                <a:solidFill>
                  <a:srgbClr val="111111"/>
                </a:solidFill>
                <a:latin typeface="맑은 고딕"/>
              </a:rPr>
              <a:t>☐ 입금의뢰신청서 (원본)</a:t>
            </a:r>
          </a:p>
          <a:p>
            <a:pPr algn="l"/>
            <a:r>
              <a:rPr sz="1000" b="0">
                <a:ea typeface="맑은 고딕"/>
                <a:solidFill>
                  <a:srgbClr val="111111"/>
                </a:solidFill>
                <a:latin typeface="맑은 고딕"/>
              </a:rPr>
              <a:t>☐ 개인정보수집동의서 (원본)</a:t>
            </a:r>
          </a:p>
          <a:p>
            <a:pPr algn="l"/>
            <a:r>
              <a:rPr sz="1000" b="0">
                <a:ea typeface="맑은 고딕"/>
                <a:solidFill>
                  <a:srgbClr val="111111"/>
                </a:solidFill>
                <a:latin typeface="맑은 고딕"/>
              </a:rPr>
              <a:t>☐ 대표자 개인 인감증명서 (원본)</a:t>
            </a:r>
          </a:p>
          <a:p>
            <a:pPr algn="l"/>
            <a:r>
              <a:rPr sz="1000" b="0">
                <a:ea typeface="맑은 고딕"/>
                <a:solidFill>
                  <a:srgbClr val="111111"/>
                </a:solidFill>
                <a:latin typeface="맑은 고딕"/>
              </a:rPr>
              <a:t>☐ 사업자등록증 사본</a:t>
            </a:r>
          </a:p>
          <a:p>
            <a:pPr algn="l"/>
            <a:r>
              <a:rPr sz="1000" b="0">
                <a:ea typeface="맑은 고딕"/>
                <a:solidFill>
                  <a:srgbClr val="111111"/>
                </a:solidFill>
                <a:latin typeface="맑은 고딕"/>
              </a:rPr>
              <a:t>☐ 통장사본 (인감 날인)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